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58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Willkommen! Stellt euch und das Projekt kurz vor. Bünyamin und Recep präsentieren abwechselnd.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Teammitglieder stellen sich kurz vor und erklären ihre Aufgabenbereiche.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Erklärt die Spielidee. Was ist die Geschichte? Was muss der Spieler tun?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Geht durch die verschiedenen Spielelemente. Erklärt kurz was jedes Element im Spiel macht.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Zeigt die Steuerung. Wenn möglich, kurze Live-Demo der Bewegung.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Pflichtfeatures umgesetzt. Geht kurz durch die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Optionale Features falls Zeit bleibt. Erklärt was ihr noch gerne eingebaut hättet.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Erklärt wie ihr das Spiel entwickelt habt. Welche Phasen gab es? Was war schwierig?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Zeigt die wichtigsten Highlights des Spiels. Was macht Duskbound besonders?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Startet jetzt die Live-Demo. Falls Technische Probleme: Backup-Video abspielen.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Bedankt euch. Fragt ob es Fragen gibt. Beide Teammitglieder stehen für Fragen bereit.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64748B"/>
                </a:solidFill>
              </a:rPr>
              <a:t>SCHULPROJEKT · PYGAME · 1AHIF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DUSK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</a:rPr>
              <a:t>Bünyamin Demirel  ·  Recep Öztürk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A1A3E"/>
          </a:solidFill>
          <a:ln w="12700">
            <a:solidFill>
              <a:srgbClr val="7C3AED"/>
            </a:solidFill>
            <a:prstDash val="solid"/>
          </a:ln>
          <a:effectLst>
            <a:outerShdw blurRad="2540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1920240" y="1188720"/>
            <a:ext cx="914400" cy="91440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92024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Bünyamin Demirel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Gegner &amp; Kollision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12724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960120" y="3081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Leveldesign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960120" y="35112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Musik &amp; Soundeffekte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960120" y="39410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Must-Have &amp; Nice-to-Have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0058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A1A3E"/>
          </a:solidFill>
          <a:ln w="12700">
            <a:solidFill>
              <a:srgbClr val="06B6D4"/>
            </a:solidFill>
            <a:prstDash val="solid"/>
          </a:ln>
          <a:effectLst>
            <a:outerShdw blurRad="2540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914400" cy="91440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3093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0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Recep Öztürk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66360" y="26974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34924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Spieler &amp; Kollision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66360" y="312724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5349240" y="3081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Leveldesign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66360" y="355701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5349240" y="35112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HUD-System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398678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5349240" y="39410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Spielmenü &amp; Must-Have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🌑  Welt von Dunkelheit befallen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Schattenkreaturen besiegen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225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Kristalle sammeln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980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Portal aktivieren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6393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5 Level – schwieriger werdend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4748B"/>
                </a:solidFill>
              </a:rPr>
              <a:t>INSPIRATION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685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Klassisches Jump &amp; Run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eigenem Design,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eigenen Gegnern und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düsterer Atmosphäre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Dark Fantasy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37744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1A1A3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Retro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475488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88036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1A1A3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5 Level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612648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SPIELELEMENTE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1A3E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Hauptcharakter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1A3E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200400" y="868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👹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Schattenwesen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822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1A3E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6035040" y="868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🟫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Blöcke &amp; Hindernisse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1A3E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💎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Kristalle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Punkte sammeln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6517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1A3E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320040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🔮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Level-Ziel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6517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A1A3E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603504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❤️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03504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Leben &amp; Score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STEUERUNG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E48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 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06040" y="11430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3017520" y="868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Links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94960" y="960120"/>
            <a:ext cx="1645920" cy="36576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E48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/ 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06040" y="1938528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301752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Rechts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94960" y="1755648"/>
            <a:ext cx="1645920" cy="36576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E48"/>
          </a:solidFill>
          <a:ln w="25400">
            <a:solidFill>
              <a:srgbClr val="A855F7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57200" y="24597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06040" y="273405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3017520" y="24597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Springen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94960" y="2551176"/>
            <a:ext cx="2633472" cy="365760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E48"/>
          </a:solidFill>
          <a:ln w="25400">
            <a:solidFill>
              <a:srgbClr val="EF4444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57200" y="32552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06040" y="3529584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3017520" y="32552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Angreifen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94960" y="3346704"/>
            <a:ext cx="2962656" cy="36576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1E48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457200" y="40507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06040" y="4325112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3017520" y="40507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Pause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94960" y="4142232"/>
            <a:ext cx="1975104" cy="36576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MUST-HAVE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Steuerung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167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Animationen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Startmenü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Game-Over-Bildschirm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49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Gewinn-Bildschirm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Gegner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871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Score-System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Speichern &amp; Laden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3167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Sounds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Pause-Menü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938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Level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249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HUD mit Player-HP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Kristalle sammeln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871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Portal zum nächsten Level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4389120"/>
            <a:ext cx="109728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777240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</a:rPr>
              <a:t>14 ✓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NICE-TO-HAVE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⚔️  Bosskampf / Schattenkönig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8686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983480" y="868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✨  Partikeleffekte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👾  Verschiedene Gegnertypen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🏆  Highscore-System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🗡️  Mehr Waffen (Bogen, Shuriken)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89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983480" y="2788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🧪  Heiltränke &amp; Effekttränke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🗺️  Secrets / geheime Bereiche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7490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98348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🎭  NPCs &amp; Story-Ending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ENTWICKLUNGSPROZESS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645920" y="1554480"/>
            <a:ext cx="3383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1371600"/>
          </a:xfrm>
          <a:prstGeom prst="ellipse">
            <a:avLst/>
          </a:prstGeom>
          <a:solidFill>
            <a:srgbClr val="06B6D4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Planung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Konzept, Dokumentation, Aufgabenverteilung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3383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1984248" y="914400"/>
            <a:ext cx="1371600" cy="1371600"/>
          </a:xfrm>
          <a:prstGeom prst="ellipse">
            <a:avLst/>
          </a:prstGeom>
          <a:solidFill>
            <a:srgbClr val="A855F7">
              <a:alpha val="80000"/>
            </a:srgbClr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984248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47088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Grundstruktur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47088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Pygame-Setup, Spieler, Bewegung, Physik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65776" y="1554480"/>
            <a:ext cx="3383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3694176" y="914400"/>
            <a:ext cx="1371600" cy="137160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3694176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57016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Gameplay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57016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Gegner, Kristalle, Portal, Kollision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75704" y="1554480"/>
            <a:ext cx="3383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5404104" y="914400"/>
            <a:ext cx="1371600" cy="1371600"/>
          </a:xfrm>
          <a:prstGeom prst="ellipse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404104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66944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Menüs &amp; HUD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Startmenü, Pause, Game Over, 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14032" y="914400"/>
            <a:ext cx="1371600" cy="137160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7114032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76872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Finishing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76872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Sound, Animationen, Level-Design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A3E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Steigender Schwierigkeitsgrad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A3E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200400" y="1005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👾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KI-Gegner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Schattenwesen mit Kollision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A3E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6035040" y="1005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Speichersystem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Fortschritt speichern &amp; laden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A3E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🎵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Musik &amp; Effekte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A3E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320040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🏅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Score-System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0040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Punkte durch Kristalle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A1A3E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603504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03504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Controls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3504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Präzise Steuerung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7C3AED">
              <a:alpha val="30000"/>
            </a:srgbClr>
          </a:solidFill>
          <a:ln w="254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3520440" y="1051560"/>
            <a:ext cx="2103120" cy="2103120"/>
          </a:xfrm>
          <a:prstGeom prst="ellipse">
            <a:avLst/>
          </a:prstGeom>
          <a:solidFill>
            <a:srgbClr val="7C3AED">
              <a:alpha val="60000"/>
            </a:srgbClr>
          </a:solidFill>
          <a:ln w="25400">
            <a:solidFill>
              <a:srgbClr val="A855F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200400" y="7315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</a:rPr>
              <a:t>▶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eure Aufmerksamkeit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4748B"/>
                </a:solidFill>
              </a:rPr>
              <a:t>Bünyamin Demirel  ·  Recep Öztürk  ·  1AHIF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Bildschirmpräsentation 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Duskbound - Game Presentation</dc:title>
  <dc:subject>PptxGenJS Presentation</dc:subject>
  <dc:creator>PptxGenJS</dc:creator>
  <cp:lastModifiedBy>ÖZTÜRK Recep</cp:lastModifiedBy>
  <cp:revision>2</cp:revision>
  <dcterms:created xsi:type="dcterms:W3CDTF">2026-06-22T21:25:40Z</dcterms:created>
  <dcterms:modified xsi:type="dcterms:W3CDTF">2026-06-22T21:35:34Z</dcterms:modified>
</cp:coreProperties>
</file>